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 Similarity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1828800" cy="36576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Agent Project  |  2026-03-18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목표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164592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7040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분자 fragment의 SMILES를 입력하면, QM8 데이터셋(~21,787개, 향후 1,000만건 DB)에서 해당 fragment를 포함하거나 유사한 전체 분자 SMILES + 유사도 점수를 반환하는 LangGraph 기반 에이전트를 개발합니다.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SMILES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32004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SMILES + Score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1,000만건 대응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유사도 검색 방식 비교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(Morgan/ECFP)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빠름, 업계 표준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확장 용이 (pgvector)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 구조 정보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손실 가능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정확한 부분구조 매칭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이상, 대용량 불가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(SMARTS)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 포함 여부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 판별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유사도 "정도" 표현 어려움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구조적 유사성 학습 가능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필요, 복잡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graph 모델링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 관계 탐색 유리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구축 비용 높음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소분자에는 과도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추천 접근법: 2단계 파이프라인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3A7BD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1차 필터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Substructure Match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(RDKit HasSubstructMatch)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포함 분자 후보군 추출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937760" y="1371600"/>
            <a:ext cx="3474720" cy="22860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63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2차 랭킹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Fingerprint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Tanimoto Similarity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점수 (0~1) 기반 정렬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16194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 + 확장성(1,000만건) 모두 충족하는 최적의 조합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Agent 구성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920240" cy="73152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7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SMILES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 및 유효성 검증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2011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280160"/>
            <a:ext cx="1920240" cy="73152"/>
          </a:xfrm>
          <a:prstGeom prst="rect">
            <a:avLst/>
          </a:prstGeom>
          <a:solidFill>
            <a:srgbClr val="2E4A8E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search_substructure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substructure match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80160"/>
            <a:ext cx="19202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rank_similarity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Tanimoto 유사도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및 정렬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2011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040880" y="12801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1280160"/>
            <a:ext cx="19202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포맷팅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(SMILES + score)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시 재입력 요청 분기 (parse_input으로 루프백)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 &amp; 산출물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화학정보학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에이전트 오케스트레이션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fingerprint 연산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데이터 로드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향후: PostgreSQL + RDKit cartridge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산출물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디렉토리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전처리, 인덱싱, 검색, Agent 코드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사용법 및 아키텍처 설명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방식 비교 문서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검토 리포트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유사도 검색의 정확성과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1,000만건 스케일을 모두 잡는 에이전트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1828800" cy="36576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Agent Project  | 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Fragment Similarity Search Agent - Implementation Plan</dc:title>
  <dc:subject>PptxGenJS Presentation</dc:subject>
  <dc:creator>Material Agent</dc:creator>
  <cp:lastModifiedBy>Material Agent</cp:lastModifiedBy>
  <cp:revision>1</cp:revision>
  <dcterms:created xsi:type="dcterms:W3CDTF">2026-03-18T05:51:28Z</dcterms:created>
  <dcterms:modified xsi:type="dcterms:W3CDTF">2026-03-18T05:51:28Z</dcterms:modified>
</cp:coreProperties>
</file>